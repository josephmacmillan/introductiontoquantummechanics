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6576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95" d="100"/>
          <a:sy n="195" d="100"/>
        </p:scale>
        <p:origin x="27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598593"/>
            <a:ext cx="3108960" cy="1273387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921087"/>
            <a:ext cx="2743200" cy="883073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7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911861"/>
            <a:ext cx="3154680" cy="152146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2447714"/>
            <a:ext cx="3154680" cy="80010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973666"/>
            <a:ext cx="1554480" cy="2320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973666"/>
            <a:ext cx="1554480" cy="2320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3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94734"/>
            <a:ext cx="315468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896620"/>
            <a:ext cx="154733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336040"/>
            <a:ext cx="1547336" cy="19651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896620"/>
            <a:ext cx="1554956" cy="439420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336040"/>
            <a:ext cx="1554956" cy="19651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8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63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526627"/>
            <a:ext cx="1851660" cy="2599267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2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43840"/>
            <a:ext cx="1179671" cy="85344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526627"/>
            <a:ext cx="1851660" cy="2599267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1097280"/>
            <a:ext cx="1179671" cy="2032847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82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9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94733"/>
            <a:ext cx="788670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94733"/>
            <a:ext cx="2320290" cy="309964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7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94734"/>
            <a:ext cx="315468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973666"/>
            <a:ext cx="315468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48D5B-9275-4A08-B238-9C7CECCD580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3390054"/>
            <a:ext cx="123444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3390054"/>
            <a:ext cx="82296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D65A3-70F6-445A-A724-73D8F9648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30">
            <a:extLst>
              <a:ext uri="{FF2B5EF4-FFF2-40B4-BE49-F238E27FC236}">
                <a16:creationId xmlns:a16="http://schemas.microsoft.com/office/drawing/2014/main" id="{DEE6259B-A240-EE60-BEC9-D6548E60D9BB}"/>
              </a:ext>
            </a:extLst>
          </p:cNvPr>
          <p:cNvSpPr/>
          <p:nvPr/>
        </p:nvSpPr>
        <p:spPr>
          <a:xfrm rot="12307889">
            <a:off x="1389509" y="2024836"/>
            <a:ext cx="294599" cy="60067"/>
          </a:xfrm>
          <a:custGeom>
            <a:avLst/>
            <a:gdLst>
              <a:gd name="connsiteX0" fmla="*/ 0 w 363595"/>
              <a:gd name="connsiteY0" fmla="*/ 140246 h 280491"/>
              <a:gd name="connsiteX1" fmla="*/ 181798 w 363595"/>
              <a:gd name="connsiteY1" fmla="*/ 0 h 280491"/>
              <a:gd name="connsiteX2" fmla="*/ 363596 w 363595"/>
              <a:gd name="connsiteY2" fmla="*/ 140246 h 280491"/>
              <a:gd name="connsiteX3" fmla="*/ 181798 w 363595"/>
              <a:gd name="connsiteY3" fmla="*/ 280492 h 280491"/>
              <a:gd name="connsiteX4" fmla="*/ 0 w 363595"/>
              <a:gd name="connsiteY4" fmla="*/ 140246 h 280491"/>
              <a:gd name="connsiteX0" fmla="*/ 363596 w 455036"/>
              <a:gd name="connsiteY0" fmla="*/ 140246 h 280492"/>
              <a:gd name="connsiteX1" fmla="*/ 181798 w 455036"/>
              <a:gd name="connsiteY1" fmla="*/ 280492 h 280492"/>
              <a:gd name="connsiteX2" fmla="*/ 0 w 455036"/>
              <a:gd name="connsiteY2" fmla="*/ 140246 h 280492"/>
              <a:gd name="connsiteX3" fmla="*/ 181798 w 455036"/>
              <a:gd name="connsiteY3" fmla="*/ 0 h 280492"/>
              <a:gd name="connsiteX4" fmla="*/ 455036 w 455036"/>
              <a:gd name="connsiteY4" fmla="*/ 231686 h 280492"/>
              <a:gd name="connsiteX0" fmla="*/ 363596 w 363596"/>
              <a:gd name="connsiteY0" fmla="*/ 286776 h 427022"/>
              <a:gd name="connsiteX1" fmla="*/ 181798 w 363596"/>
              <a:gd name="connsiteY1" fmla="*/ 427022 h 427022"/>
              <a:gd name="connsiteX2" fmla="*/ 0 w 363596"/>
              <a:gd name="connsiteY2" fmla="*/ 286776 h 427022"/>
              <a:gd name="connsiteX3" fmla="*/ 181798 w 363596"/>
              <a:gd name="connsiteY3" fmla="*/ 146530 h 427022"/>
              <a:gd name="connsiteX4" fmla="*/ 132472 w 363596"/>
              <a:gd name="connsiteY4" fmla="*/ 64067 h 427022"/>
              <a:gd name="connsiteX0" fmla="*/ 363596 w 363596"/>
              <a:gd name="connsiteY0" fmla="*/ 140246 h 280492"/>
              <a:gd name="connsiteX1" fmla="*/ 181798 w 363596"/>
              <a:gd name="connsiteY1" fmla="*/ 280492 h 280492"/>
              <a:gd name="connsiteX2" fmla="*/ 0 w 363596"/>
              <a:gd name="connsiteY2" fmla="*/ 140246 h 280492"/>
              <a:gd name="connsiteX3" fmla="*/ 181798 w 363596"/>
              <a:gd name="connsiteY3" fmla="*/ 0 h 280492"/>
              <a:gd name="connsiteX0" fmla="*/ 363596 w 363596"/>
              <a:gd name="connsiteY0" fmla="*/ 0 h 140246"/>
              <a:gd name="connsiteX1" fmla="*/ 181798 w 363596"/>
              <a:gd name="connsiteY1" fmla="*/ 140246 h 140246"/>
              <a:gd name="connsiteX2" fmla="*/ 0 w 363596"/>
              <a:gd name="connsiteY2" fmla="*/ 0 h 14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596" h="140246">
                <a:moveTo>
                  <a:pt x="363596" y="0"/>
                </a:moveTo>
                <a:cubicBezTo>
                  <a:pt x="363596" y="77456"/>
                  <a:pt x="282202" y="140246"/>
                  <a:pt x="181798" y="140246"/>
                </a:cubicBezTo>
                <a:cubicBezTo>
                  <a:pt x="81394" y="140246"/>
                  <a:pt x="0" y="77456"/>
                  <a:pt x="0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147351" y="2715905"/>
            <a:ext cx="588075" cy="166484"/>
          </a:xfrm>
          <a:custGeom>
            <a:avLst/>
            <a:gdLst>
              <a:gd name="connsiteX0" fmla="*/ 0 w 363595"/>
              <a:gd name="connsiteY0" fmla="*/ 140246 h 280491"/>
              <a:gd name="connsiteX1" fmla="*/ 181798 w 363595"/>
              <a:gd name="connsiteY1" fmla="*/ 0 h 280491"/>
              <a:gd name="connsiteX2" fmla="*/ 363596 w 363595"/>
              <a:gd name="connsiteY2" fmla="*/ 140246 h 280491"/>
              <a:gd name="connsiteX3" fmla="*/ 181798 w 363595"/>
              <a:gd name="connsiteY3" fmla="*/ 280492 h 280491"/>
              <a:gd name="connsiteX4" fmla="*/ 0 w 363595"/>
              <a:gd name="connsiteY4" fmla="*/ 140246 h 280491"/>
              <a:gd name="connsiteX0" fmla="*/ 363596 w 455036"/>
              <a:gd name="connsiteY0" fmla="*/ 140246 h 280492"/>
              <a:gd name="connsiteX1" fmla="*/ 181798 w 455036"/>
              <a:gd name="connsiteY1" fmla="*/ 280492 h 280492"/>
              <a:gd name="connsiteX2" fmla="*/ 0 w 455036"/>
              <a:gd name="connsiteY2" fmla="*/ 140246 h 280492"/>
              <a:gd name="connsiteX3" fmla="*/ 181798 w 455036"/>
              <a:gd name="connsiteY3" fmla="*/ 0 h 280492"/>
              <a:gd name="connsiteX4" fmla="*/ 455036 w 455036"/>
              <a:gd name="connsiteY4" fmla="*/ 231686 h 280492"/>
              <a:gd name="connsiteX0" fmla="*/ 363596 w 363596"/>
              <a:gd name="connsiteY0" fmla="*/ 286776 h 427022"/>
              <a:gd name="connsiteX1" fmla="*/ 181798 w 363596"/>
              <a:gd name="connsiteY1" fmla="*/ 427022 h 427022"/>
              <a:gd name="connsiteX2" fmla="*/ 0 w 363596"/>
              <a:gd name="connsiteY2" fmla="*/ 286776 h 427022"/>
              <a:gd name="connsiteX3" fmla="*/ 181798 w 363596"/>
              <a:gd name="connsiteY3" fmla="*/ 146530 h 427022"/>
              <a:gd name="connsiteX4" fmla="*/ 132472 w 363596"/>
              <a:gd name="connsiteY4" fmla="*/ 64067 h 427022"/>
              <a:gd name="connsiteX0" fmla="*/ 363596 w 363596"/>
              <a:gd name="connsiteY0" fmla="*/ 140246 h 280492"/>
              <a:gd name="connsiteX1" fmla="*/ 181798 w 363596"/>
              <a:gd name="connsiteY1" fmla="*/ 280492 h 280492"/>
              <a:gd name="connsiteX2" fmla="*/ 0 w 363596"/>
              <a:gd name="connsiteY2" fmla="*/ 140246 h 280492"/>
              <a:gd name="connsiteX3" fmla="*/ 181798 w 363596"/>
              <a:gd name="connsiteY3" fmla="*/ 0 h 280492"/>
              <a:gd name="connsiteX0" fmla="*/ 363596 w 363596"/>
              <a:gd name="connsiteY0" fmla="*/ 0 h 140246"/>
              <a:gd name="connsiteX1" fmla="*/ 181798 w 363596"/>
              <a:gd name="connsiteY1" fmla="*/ 140246 h 140246"/>
              <a:gd name="connsiteX2" fmla="*/ 0 w 363596"/>
              <a:gd name="connsiteY2" fmla="*/ 0 h 14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596" h="140246">
                <a:moveTo>
                  <a:pt x="363596" y="0"/>
                </a:moveTo>
                <a:cubicBezTo>
                  <a:pt x="363596" y="77456"/>
                  <a:pt x="282202" y="140246"/>
                  <a:pt x="181798" y="140246"/>
                </a:cubicBezTo>
                <a:cubicBezTo>
                  <a:pt x="81394" y="140246"/>
                  <a:pt x="0" y="77456"/>
                  <a:pt x="0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386382" y="434353"/>
            <a:ext cx="0" cy="2075262"/>
          </a:xfrm>
          <a:prstGeom prst="straightConnector1">
            <a:avLst/>
          </a:prstGeom>
          <a:ln w="38100">
            <a:headEnd w="sm" len="sm"/>
            <a:tailEnd type="triangle" w="sm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382065" y="2509228"/>
            <a:ext cx="1931130" cy="0"/>
          </a:xfrm>
          <a:prstGeom prst="straightConnector1">
            <a:avLst/>
          </a:prstGeom>
          <a:ln w="38100">
            <a:headEnd w="sm" len="sm"/>
            <a:tailEnd type="triangle" w="sm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444846" y="2509615"/>
            <a:ext cx="941538" cy="834501"/>
          </a:xfrm>
          <a:prstGeom prst="straightConnector1">
            <a:avLst/>
          </a:prstGeom>
          <a:ln w="38100">
            <a:headEnd w="sm" len="sm"/>
            <a:tailEnd type="triangle" w="sm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07631" y="295764"/>
            <a:ext cx="296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z</a:t>
            </a:r>
            <a:endParaRPr lang="en-US" sz="4400" i="1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637" y="2926865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x</a:t>
            </a:r>
            <a:endParaRPr lang="en-US" sz="4400" i="1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92990" y="2490189"/>
            <a:ext cx="316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y</a:t>
            </a:r>
            <a:endParaRPr lang="en-US" sz="4400" i="1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1382065" y="2520409"/>
            <a:ext cx="952283" cy="481952"/>
          </a:xfrm>
          <a:prstGeom prst="straightConnector1">
            <a:avLst/>
          </a:prstGeom>
          <a:ln w="15875">
            <a:prstDash val="sysDash"/>
            <a:headEnd w="sm" len="sm"/>
            <a:tailEnd type="none" w="sm" len="sm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cxnSpLocks/>
            <a:endCxn id="27" idx="0"/>
          </p:cNvCxnSpPr>
          <p:nvPr/>
        </p:nvCxnSpPr>
        <p:spPr>
          <a:xfrm flipH="1">
            <a:off x="1410118" y="1207379"/>
            <a:ext cx="1004227" cy="1282810"/>
          </a:xfrm>
          <a:prstGeom prst="line">
            <a:avLst/>
          </a:prstGeom>
          <a:ln w="28575">
            <a:headEnd type="triangle" w="lg" len="lg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43245" y="2490189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i="1" dirty="0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3766" y="94831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n</a:t>
            </a:r>
            <a:endParaRPr lang="en-US" sz="4400" b="1" dirty="0">
              <a:latin typeface="Libertinus Serif" pitchFamily="2" charset="0"/>
              <a:ea typeface="Libertinus Serif" pitchFamily="2" charset="0"/>
              <a:cs typeface="Libertinus Serif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EAE8FB-3CF5-38DD-88A8-D2B14BA57211}"/>
              </a:ext>
            </a:extLst>
          </p:cNvPr>
          <p:cNvSpPr txBox="1"/>
          <p:nvPr/>
        </p:nvSpPr>
        <p:spPr>
          <a:xfrm>
            <a:off x="1400395" y="1584036"/>
            <a:ext cx="309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i="1" dirty="0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θ</a:t>
            </a:r>
          </a:p>
        </p:txBody>
      </p:sp>
    </p:spTree>
    <p:extLst>
      <p:ext uri="{BB962C8B-B14F-4D97-AF65-F5344CB8AC3E}">
        <p14:creationId xmlns:p14="http://schemas.microsoft.com/office/powerpoint/2010/main" val="2520830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6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Libertinus Serif</vt:lpstr>
      <vt:lpstr>Office Theme</vt:lpstr>
      <vt:lpstr>PowerPoint Presentation</vt:lpstr>
    </vt:vector>
  </TitlesOfParts>
  <Company>UOIT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MacMillan</dc:creator>
  <cp:lastModifiedBy>Joseph Macmillan</cp:lastModifiedBy>
  <cp:revision>10</cp:revision>
  <dcterms:created xsi:type="dcterms:W3CDTF">2018-05-24T14:13:34Z</dcterms:created>
  <dcterms:modified xsi:type="dcterms:W3CDTF">2026-05-29T16:06:30Z</dcterms:modified>
</cp:coreProperties>
</file>